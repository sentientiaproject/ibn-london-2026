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INDIAN BUSINESS NETWORK PRESENTS</a:t>
            </a:r>
          </a:p>
          <a:p>
            <a:pPr algn="ctr">
              <a:spcAft>
                <a:spcPts val="1500"/>
              </a:spcAft>
              <a:defRPr sz="2800" b="1">
                <a:solidFill>
                  <a:srgbClr val="F3E5AB"/>
                </a:solidFill>
                <a:latin typeface="Georgia"/>
              </a:defRPr>
            </a:pPr>
            <a:r>
              <a:t>GLOBAL INDIAN BUSINESS EXCELLENCE AWARDS 2026</a:t>
            </a:r>
            <a:br/>
            <a:r>
              <a:t>EVENT MOBILE APPLICATION: FEATURES &amp; ARCHITECTURE</a:t>
            </a:r>
          </a:p>
          <a:p>
            <a:pPr algn="ctr">
              <a:spcAft>
                <a:spcPts val="25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 Purpose-Built Executive Platform for 100 Global Business Leaders</a:t>
            </a:r>
            <a:br/>
            <a:r>
              <a:t>House of Commons, British Parliament • Oxford • Cambridge • Imperial College London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4297680"/>
            <a:ext cx="7436815" cy="100584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4434840"/>
            <a:ext cx="7071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🏛️ 5–9 NOVEMBER 2026  •  📱 iOS &amp; ANDROID NATIVE COMPANION</a:t>
            </a:r>
          </a:p>
          <a:p>
            <a:pPr algn="ctr">
              <a:defRPr sz="1200">
                <a:solidFill>
                  <a:srgbClr val="B4C3D7"/>
                </a:solidFill>
                <a:latin typeface="Calibri"/>
              </a:defRPr>
            </a:pPr>
            <a:r>
              <a:t>Parliament Security Clearance • 5-Day Logistics • Multi-Currency Payments • AI Matchmaking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GLOBAL INDIAN BUSINESS EXCELLENCE AWARDS 2026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Executive Rationale: Purpose-Built for UHNW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8775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01. DIPLOMATIC PROTOCOL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British Parliament Access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The House of Commons requires rigorous advance identity accreditation. The platform secures passport KYC data and delivers anti-counterfeit digital passes.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Georgia"/>
              </a:defRPr>
            </a:pPr>
            <a:r>
              <a:t>02. MULTI-CITY TRANSIT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London, Oxford &amp; Cambridge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Coordinates 100 VIP delegates across 3 world-renowned academic cities over 5 days, featuring coach GPS tracking and real-time itinerary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3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3E5AB"/>
                </a:solidFill>
                <a:latin typeface="Georgia"/>
              </a:defRPr>
            </a:pPr>
            <a:r>
              <a:t>03. C-SUITE NETWORKING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Privacy-Preserved Corridors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Empowers high-level leaders to connect, chat, and schedule bilateral 1-on-1 meetings without exposing private phone numbers or personal emails.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Georgia"/>
              </a:defRPr>
            </a:pPr>
            <a:r>
              <a:t>04. COMPLIANT BILLING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Transparent Package Invoicing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Automates multi-currency payments and corporate B2B invoicing while maintaining the non-monetary invitation status of the Parliamentary ceremony.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SYSTEM ARCHITECTURE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Functional Architecture: The 4-Tier Operating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TIER 1: DELEGATE INTERFACE (iOS &amp; Android)  |  VIP User Touchpoint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Dynamic Digital Pass (Apple/Google Wallet) • 5-Day Interactive Itinerary • 1-on-1 Meeting Scheduler • AI Face-Recognition Photo Gallery • Digital Business Card.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98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2: CORE OPERATIONAL SERVICES  |  Business Logic &amp; Workflows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Parliament Security Accreditation Engine • Inter-City Transit Scheduling • Multi-Currency Gateway &amp; B2B Invoicing • Travel &amp; Visa Document Vault.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3E5AB"/>
                </a:solidFill>
                <a:latin typeface="Georgia"/>
              </a:defRPr>
            </a:pPr>
            <a:r>
              <a:t>TIER 3: STAKEHOLDER &amp; VENUE INTEGRATION  |  Institutional Interfaces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House of Commons Security Manifest Interface • University of Oxford &amp; Cambridge Session Coordination • Gala Venue VIP Table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84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4: SECRETARIAT COMMAND CENTER  |  Organiser Control Center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Gate Check-In Mobile Scanner App (&lt;2s access) • Real-Time Attendance Monitoring • Segmented VIP Push Broadcast • 24/7 VIP Concierge Hotline.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Delegate Credentialing &amp; Parliamentary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t>✦ Accreditation Portal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Pre-event identity capture formatted to satisfy British Parliamentary security vetting. Verifies legal name matching passport, nationality, and photo.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✦ Live Clearance Tracker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Real-time status indicators informing delegates when their accreditation moves from 'Submitted' to 'Police Cleared' and 'Pass Issued'.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3E5AB"/>
                </a:solidFill>
                <a:latin typeface="Georgia"/>
              </a:defRPr>
            </a:pPr>
            <a:r>
              <a:t>✦ Dynamic Anti-Fraud Pass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Time-synchronized revolving QR code that prevents screenshot sharing and guarantees verified identity at venue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✦ Apple &amp; Google Wallet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One-tap pass installation directly to iPhone or Android lock screens, configured to automatically appear near Westminster.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t>✦ Credential Tiers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Visual badges distinguishing Award Winners, Executive Delegates, Keynote Speakers, Advisory Committee, and Media.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✦ Visa &amp; Document Vault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Secure offline repository for official stamped IBN UK Visa Support Letters, hotel confirmations, and transfer vouchers.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5-Day Event Logistics &amp; Multi-City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66543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DAY 1: 5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House of Commons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Awards &amp; Reception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Cromwell Green gate guidance, security protocol check-in, and formal Parliamentary Awards agenda.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5224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9816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DAY 2: 6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Central London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Black Tie Gala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VIP table allocations, multi-course dining timeline, and Black Tie / Tuxedo attire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E5AB"/>
                </a:solidFill>
                <a:latin typeface="Georgia"/>
              </a:defRPr>
            </a:pPr>
            <a:r>
              <a:t>DAY 3: 7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Univ of Oxford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Leadership Forum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Oxford coach departure tracking, keynote panel schedule, and live interactive session Q&amp;A/polls.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2632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7224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DAY 4: 8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Cambridge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Campus &amp; Deep-Tech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Cambridge departure alerts, deep-tech research hub itinerary, and collegiate walking route guides.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46336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DAY 5: 9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Imperial College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Innovation Showcase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AI venture presentations, enterprise showcase, networking luncheon, and official closing delegation.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Financial Management &amp; B2B Invoicing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✦ Multi-Currency Checkout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Seamless checkout supporting British Pounds (£), US Dollars ($), Euros (€), and Indian Rupees (₹). Supports international corporate credit cards, Apple Pay, Google Pay, UPI, and Net Banking.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Automated B2B Tax Invoicing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Instant PDF generation of compliant commercial tax invoices including Corporate Name, GSTIN, and UK VAT details for corporate expense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  <a:latin typeface="Georgia"/>
              </a:defRPr>
            </a:pPr>
            <a:r>
              <a:t>✦ Regulatory Package Transparency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Itemizes packages exclusively for the 'IBN Business Leadership Programme' (academic sessions, gala hospitality, and transit), maintaining parliamentary non-commercial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Wire Transfer / SWIFT Flow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Enables corporate finance teams to upload official bank transfer or SWIFT/NEFT remittance receipts with automated secretariat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Executive Networking &amp; Business Matchmaking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✦ Verified 100-Leader Directory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Private, searchable roster of attending CEOs, investors, and founders. Filterable by industry sector, geographical focus, and investment appetite.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1-on-1 Meeting Scheduler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Empowers delegates to request, schedule, and confirm 15-minute private meetings during designated summit networking breaks with built-in agenda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  <a:latin typeface="Georgia"/>
              </a:defRPr>
            </a:pPr>
            <a:r>
              <a:t>✦ Privacy-Protected In-App Chat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Facilitates direct executive messaging within the platform. Mobile numbers and personal email addresses remain shielded unless mutually shared.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Digital Business Card Exchange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Instant peer contact exchange via contactless phone tap (NFC) or badge QR scan, saving directly into mobile phone address books.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AI-Powered Photo Experience &amp; Media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583680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6035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SEAMLESS PERSONALIZED MEDIA DISTRIBUTION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1. Photographer Ingestion: Official summit media teams upload thousands of high-res event photos directly from the House of Commons, Gala, and Universities.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2. AI Facial Recognition: Delegates upload a single reference selfie during onboarding. The platform automatically indexes and isolates all images containing that delegate.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3. Private 'My Moments' Gallery: Delegates access a personalized, curated gallery containing exclusively their summit moments within hours of session completion.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4. High-Res PR Export: Single-tap download of press-ready, high-resolution RAW/JPEG assets ready for corporate communications and immediate LinkedIn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3870655" cy="137160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INSTANT ACCESS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Zero waiting for manual photographer sorting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182112"/>
            <a:ext cx="3870655" cy="137160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3649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PRESS-READY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Full-resolution original print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718304"/>
            <a:ext cx="3870655" cy="137160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901184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1-CLICK SOCIAL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Pre-formatted exports for LinkedIn &amp; Instagram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OPERATIONAL ARCHITECTURE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Onsite Secretariat Operations &amp; Control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✦ Gate Check-in Scanner App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Dedicated staff mode for mobile phones and tablets to scan delegate QR codes at the House of Commons and Gala doors in under two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Live Headcount Dashboard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Real-time visibility into attendance counts inside the House of Commons, banquet halls, and passenger boarding for inter-city coach transfers.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  <a:latin typeface="Georgia"/>
              </a:defRPr>
            </a:pPr>
            <a:r>
              <a:t>✦ Parliament Manifest Export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One-click export of the accredited guest manifest conforming exactly to British Parliamentary Security and Police format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Emergency VIP Concierge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Integrated one-touch hotline connecting delegates directly to the IBN Event Coordinator and secretariat leads for instant travel and venue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DEPLOYMENT ARCHITECTURE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End-to-End Delegate Lifecycle &amp; Delivery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1: PRE-EVENT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Registration &amp; KYC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Profile registration, passport data submission, UK visa letter issuance, and package payment processing with automated B2B invoicing.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2: ACCREDITATION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Parliament Clearance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Security vetting by authorities, approval notification, and activation of Apple/Google Wallet dynamic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1645920"/>
            <a:ext cx="258775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3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3: LIVE EVENT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5-Day Summit Execution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Fast-track QR entry, coach transit navigation, session Q&amp;A participation, and 1-on-1 meeting execution across London, Oxford &amp; Cambridge.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4: POST-EVENT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Media &amp; Continuity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Instant AI photo vault downloads, certificate distribution, and ongoing bilateral directory networking.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